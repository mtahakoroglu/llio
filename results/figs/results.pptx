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5A2F3-C00A-D198-F7AA-0E2989993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0D480-B90B-97D9-248D-149014AFB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6810-1AE2-74B1-3966-62AD0FD3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DECE-155A-FC01-1C05-56261A5F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71A3B-30F3-C034-B9DD-BE2110B9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6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1BF7-0ED1-E086-F4FE-7A20A930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0E9C-F6FC-C1C0-E602-A6DD474E7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E9616-726D-EF7F-A853-EBC65E5C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CC9E-3400-4399-D21A-9E189FC6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C87B6-ADDE-7AF5-EDF0-FD5B2CAD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0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A816-BBCA-9558-7FD4-F1BB471E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2EAB6-6E5E-7F3A-56F7-B62682D50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68A65-4E05-E1B9-32B7-F45F4E95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8C08C-98CF-92CE-83D9-2F5AF94B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5C9F5-A8FB-6983-0D67-6DAD0B22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ED25-87CC-49CC-E76B-7E84F0554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2204B-208B-73DA-D53D-9F5D20458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A05EF-2B21-CBE3-CAA5-017C7AFE8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BF8A4-6BE7-8272-97B9-5F39D3C5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8C172-28D2-A80A-0FD1-3A54D67E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3CF15-ECEE-1F09-E2F5-6A3FCB72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2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0DAA-83BB-C868-0264-FD1398E9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FA974-8E27-9ABE-0C7D-09E8AA281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80AC3-C458-846A-CBBC-1D4A735D0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212A2-1F1B-87E5-4BE7-20740A2AF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08A19-068F-AEB3-4ACB-C61E30CF8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1E0F9-6AE3-E2F1-34AE-A1385748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09AE5-C273-B8B0-7AA1-547B01EB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D0073-B668-D80B-9D9B-8A7D4FEB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1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9263-A2D7-27B8-6EB5-C4F5240C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F30C-5569-1B7E-A221-93CBDD19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8FA24-A121-3E5E-5598-9982E317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E4E48-A63D-EAE7-9918-03B5A021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5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580B0-0574-8EFB-5BBB-6717AE038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A634-5AB4-0264-6F6E-910778FB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97098-FD8D-FAF2-07E9-CFFC51B3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1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4400-883C-57B1-0409-C2A468C9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A331-B5A1-8529-F852-BF72DC63B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AD7B7-C2CD-ABBC-FEEC-00938BFA4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45CF4-1F5E-2B97-B079-17BB0959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41396-8F0D-8EF5-76FE-0C0ADB79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A9C96-B9E5-E673-5069-85FC2298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3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B490-A4DD-7E43-5051-CB24D00C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CE2F6-A515-3E21-E219-38F20E5FD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58387-44A2-186B-E9AE-8C4C3DE57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CC5F1-29F8-B414-2C44-B02E5D02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979C6-2C43-4E3D-01CE-A33C0ABC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86C41-F01A-B1AF-2CEA-51128A3A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1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7DDB-BBCE-6AE9-358E-BE0503A8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07223-247B-F126-F833-FE647095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AA0E3-7AA5-B62F-5087-53E4BAC68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29241-3E11-D86D-0B47-F575DE3A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BA840-7393-CCD7-F72E-5A9A7EF6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4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DD0FD-9311-8969-5BCC-ED7554C58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7197F-AB34-B5D4-13CA-F4BD729B0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63BA8-4D30-C80B-31FF-4078DB7F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277C-AA8E-1225-7D35-A79A032F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F0FB4-E437-F085-E191-2D08D036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7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30478-18D1-5683-4AE8-6A6F79DF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07439-7728-E8A3-739E-9188C12BD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A65A-AE3E-E786-7AED-DAA230B78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4D01-3A53-45AD-BE6B-B4BB6D14099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1A62-CA4D-E857-6611-0FDDB8837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7DB0-B4A1-88D4-52B9-0EDB2016C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85A42-AD0C-4C84-9B12-03C8E18B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7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8693-21AA-AE4A-98D7-4AB2ABB12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LLIO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B3B0-7C2D-DDB4-CC72-4C4D4AF11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LSTM Model</a:t>
            </a:r>
          </a:p>
        </p:txBody>
      </p:sp>
    </p:spTree>
    <p:extLst>
      <p:ext uri="{BB962C8B-B14F-4D97-AF65-F5344CB8AC3E}">
        <p14:creationId xmlns:p14="http://schemas.microsoft.com/office/powerpoint/2010/main" val="89967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sensor&#10;&#10;AI-generated content may be incorrect.">
            <a:extLst>
              <a:ext uri="{FF2B5EF4-FFF2-40B4-BE49-F238E27FC236}">
                <a16:creationId xmlns:a16="http://schemas.microsoft.com/office/drawing/2014/main" id="{2ED85C86-B0A5-BAC6-3098-4847B74DE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12" y="109299"/>
            <a:ext cx="4902210" cy="2941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384E3F-6215-BB93-EC21-C20D89184142}"/>
              </a:ext>
            </a:extLst>
          </p:cNvPr>
          <p:cNvSpPr txBox="1"/>
          <p:nvPr/>
        </p:nvSpPr>
        <p:spPr>
          <a:xfrm>
            <a:off x="1565946" y="3050625"/>
            <a:ext cx="3578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(4, 35, 51 excluded)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1EA3D-C60C-3E72-0F71-02BCEB31C7A3}"/>
              </a:ext>
            </a:extLst>
          </p:cNvPr>
          <p:cNvSpPr txBox="1"/>
          <p:nvPr/>
        </p:nvSpPr>
        <p:spPr>
          <a:xfrm>
            <a:off x="7342080" y="3050625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(35, 51 excluded)</a:t>
            </a:r>
          </a:p>
        </p:txBody>
      </p:sp>
      <p:pic>
        <p:nvPicPr>
          <p:cNvPr id="11" name="Picture 10" descr="A graph of a sensor&#10;&#10;AI-generated content may be incorrect.">
            <a:extLst>
              <a:ext uri="{FF2B5EF4-FFF2-40B4-BE49-F238E27FC236}">
                <a16:creationId xmlns:a16="http://schemas.microsoft.com/office/drawing/2014/main" id="{B878C3C5-E04A-1A01-A704-F3F20D4E2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31" y="109299"/>
            <a:ext cx="4902210" cy="29413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7EAB35-48BF-7C9B-AD74-893F851EF223}"/>
              </a:ext>
            </a:extLst>
          </p:cNvPr>
          <p:cNvSpPr txBox="1"/>
          <p:nvPr/>
        </p:nvSpPr>
        <p:spPr>
          <a:xfrm>
            <a:off x="1565946" y="6410823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(51 excluded)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74039C-7753-0276-7FA3-CC861636E9CC}"/>
              </a:ext>
            </a:extLst>
          </p:cNvPr>
          <p:cNvSpPr txBox="1"/>
          <p:nvPr/>
        </p:nvSpPr>
        <p:spPr>
          <a:xfrm>
            <a:off x="7256205" y="6411014"/>
            <a:ext cx="3598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(trained w/ all data)</a:t>
            </a:r>
          </a:p>
        </p:txBody>
      </p:sp>
    </p:spTree>
    <p:extLst>
      <p:ext uri="{BB962C8B-B14F-4D97-AF65-F5344CB8AC3E}">
        <p14:creationId xmlns:p14="http://schemas.microsoft.com/office/powerpoint/2010/main" val="67774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438A-88ED-4528-58D9-636EBBD2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475B65-5306-90DE-C8B6-75EC1EF2C2C2}"/>
              </a:ext>
            </a:extLst>
          </p:cNvPr>
          <p:cNvSpPr txBox="1"/>
          <p:nvPr/>
        </p:nvSpPr>
        <p:spPr>
          <a:xfrm>
            <a:off x="1565946" y="3050625"/>
            <a:ext cx="3578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(4, 35, 51 excluded)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681F2-5F01-8400-4945-1B349A28171C}"/>
              </a:ext>
            </a:extLst>
          </p:cNvPr>
          <p:cNvSpPr txBox="1"/>
          <p:nvPr/>
        </p:nvSpPr>
        <p:spPr>
          <a:xfrm>
            <a:off x="7342080" y="3050625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(35, 51 excluded)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25C957-001E-5915-980B-70C340BB233F}"/>
              </a:ext>
            </a:extLst>
          </p:cNvPr>
          <p:cNvSpPr txBox="1"/>
          <p:nvPr/>
        </p:nvSpPr>
        <p:spPr>
          <a:xfrm>
            <a:off x="1565946" y="6410823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(51 excluded)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34DA8-BC72-E046-B013-88BBA912320E}"/>
              </a:ext>
            </a:extLst>
          </p:cNvPr>
          <p:cNvSpPr txBox="1"/>
          <p:nvPr/>
        </p:nvSpPr>
        <p:spPr>
          <a:xfrm>
            <a:off x="7256205" y="6411014"/>
            <a:ext cx="3598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(trained w/ all data)</a:t>
            </a:r>
          </a:p>
        </p:txBody>
      </p:sp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493F41CB-5256-F180-7572-06410773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48" y="119131"/>
            <a:ext cx="4902210" cy="2941326"/>
          </a:xfrm>
          <a:prstGeom prst="rect">
            <a:avLst/>
          </a:prstGeom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09E00E52-E10C-D4BF-4A96-98F8DFF52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12" y="119131"/>
            <a:ext cx="4902210" cy="294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2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FC24B-649B-695D-94B6-D3ABA0A0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7C8B8F-4D4D-3B72-0DD0-D7D800FACA71}"/>
              </a:ext>
            </a:extLst>
          </p:cNvPr>
          <p:cNvSpPr txBox="1"/>
          <p:nvPr/>
        </p:nvSpPr>
        <p:spPr>
          <a:xfrm>
            <a:off x="1565946" y="3050625"/>
            <a:ext cx="3578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(4, 35, 51 excluded)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7162-B4F5-368F-1FBE-2360D7BBDE10}"/>
              </a:ext>
            </a:extLst>
          </p:cNvPr>
          <p:cNvSpPr txBox="1"/>
          <p:nvPr/>
        </p:nvSpPr>
        <p:spPr>
          <a:xfrm>
            <a:off x="7342080" y="3050625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(35, 51 excluded)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CCD4B-7755-CBD4-BCD8-45581EB79DFF}"/>
              </a:ext>
            </a:extLst>
          </p:cNvPr>
          <p:cNvSpPr txBox="1"/>
          <p:nvPr/>
        </p:nvSpPr>
        <p:spPr>
          <a:xfrm>
            <a:off x="1565946" y="6410823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(51 excluded)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C269F9-5944-0AF1-EC10-468A344FD5FC}"/>
              </a:ext>
            </a:extLst>
          </p:cNvPr>
          <p:cNvSpPr txBox="1"/>
          <p:nvPr/>
        </p:nvSpPr>
        <p:spPr>
          <a:xfrm>
            <a:off x="7256205" y="6411014"/>
            <a:ext cx="3598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(trained w/ all data)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C3E947D4-A9D4-1B85-7520-AFB875AC8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10" y="124539"/>
            <a:ext cx="4876810" cy="2926086"/>
          </a:xfrm>
          <a:prstGeom prst="rect">
            <a:avLst/>
          </a:prstGeom>
        </p:spPr>
      </p:pic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7D2C04BD-7E82-2309-8E9B-CDAB2A0AE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7" y="145601"/>
            <a:ext cx="4876810" cy="292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1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B98A-1BCE-C26E-A385-D065FD4C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D36639-044A-B655-7D7C-8AABC6AB81DD}"/>
              </a:ext>
            </a:extLst>
          </p:cNvPr>
          <p:cNvSpPr txBox="1"/>
          <p:nvPr/>
        </p:nvSpPr>
        <p:spPr>
          <a:xfrm>
            <a:off x="1565946" y="3050625"/>
            <a:ext cx="3578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(4, 35, 51 excluded)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95DED-419F-02E5-E94A-ECB0E543D5A3}"/>
              </a:ext>
            </a:extLst>
          </p:cNvPr>
          <p:cNvSpPr txBox="1"/>
          <p:nvPr/>
        </p:nvSpPr>
        <p:spPr>
          <a:xfrm>
            <a:off x="7342080" y="3050625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(35, 51 excluded)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15706B-D22C-C0C2-FD97-8795C0357D6A}"/>
              </a:ext>
            </a:extLst>
          </p:cNvPr>
          <p:cNvSpPr txBox="1"/>
          <p:nvPr/>
        </p:nvSpPr>
        <p:spPr>
          <a:xfrm>
            <a:off x="1565946" y="6410823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(51 excluded)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3DCADF-BDD8-14D2-5A8C-42319C00A38E}"/>
              </a:ext>
            </a:extLst>
          </p:cNvPr>
          <p:cNvSpPr txBox="1"/>
          <p:nvPr/>
        </p:nvSpPr>
        <p:spPr>
          <a:xfrm>
            <a:off x="7256205" y="6411014"/>
            <a:ext cx="3598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(trained w/ all data)</a:t>
            </a:r>
          </a:p>
        </p:txBody>
      </p:sp>
      <p:pic>
        <p:nvPicPr>
          <p:cNvPr id="3" name="Picture 2" descr="A graph of a sensor&#10;&#10;AI-generated content may be incorrect.">
            <a:extLst>
              <a:ext uri="{FF2B5EF4-FFF2-40B4-BE49-F238E27FC236}">
                <a16:creationId xmlns:a16="http://schemas.microsoft.com/office/drawing/2014/main" id="{FF7B656C-CD97-8014-0D23-92F44FA8D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27" y="183589"/>
            <a:ext cx="4778393" cy="2867036"/>
          </a:xfrm>
          <a:prstGeom prst="rect">
            <a:avLst/>
          </a:prstGeom>
        </p:spPr>
      </p:pic>
      <p:pic>
        <p:nvPicPr>
          <p:cNvPr id="6" name="Picture 5" descr="A graph of a sensor&#10;&#10;AI-generated content may be incorrect.">
            <a:extLst>
              <a:ext uri="{FF2B5EF4-FFF2-40B4-BE49-F238E27FC236}">
                <a16:creationId xmlns:a16="http://schemas.microsoft.com/office/drawing/2014/main" id="{A1DCE598-B9A7-2006-20BE-A898E5255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97" y="183589"/>
            <a:ext cx="4778393" cy="28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5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43D9-5502-5DDC-F2B1-B5F89AA5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81D4D3-3D5E-4D81-9A69-B3896023BC7D}"/>
              </a:ext>
            </a:extLst>
          </p:cNvPr>
          <p:cNvSpPr txBox="1"/>
          <p:nvPr/>
        </p:nvSpPr>
        <p:spPr>
          <a:xfrm>
            <a:off x="1565946" y="3050625"/>
            <a:ext cx="3578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(4, 35, 51 excluded)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5B648-051A-C6B4-3FD5-2A74B5405293}"/>
              </a:ext>
            </a:extLst>
          </p:cNvPr>
          <p:cNvSpPr txBox="1"/>
          <p:nvPr/>
        </p:nvSpPr>
        <p:spPr>
          <a:xfrm>
            <a:off x="7342080" y="3050625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(35, 51 excluded)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84F4E-677B-17B9-8ADF-C78B09221662}"/>
              </a:ext>
            </a:extLst>
          </p:cNvPr>
          <p:cNvSpPr txBox="1"/>
          <p:nvPr/>
        </p:nvSpPr>
        <p:spPr>
          <a:xfrm>
            <a:off x="1565946" y="6410823"/>
            <a:ext cx="3283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(51 excluded)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6E0DD-69C2-BAC7-C8D3-D40BC83754D8}"/>
              </a:ext>
            </a:extLst>
          </p:cNvPr>
          <p:cNvSpPr txBox="1"/>
          <p:nvPr/>
        </p:nvSpPr>
        <p:spPr>
          <a:xfrm>
            <a:off x="7256205" y="6411014"/>
            <a:ext cx="3598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seed 0 results (trained w/ all data)</a:t>
            </a:r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1C3C4560-DF6C-A76B-5F6B-B509583CC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12" y="181659"/>
            <a:ext cx="4925961" cy="2955576"/>
          </a:xfrm>
          <a:prstGeom prst="rect">
            <a:avLst/>
          </a:prstGeom>
        </p:spPr>
      </p:pic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3DFF78FF-2060-94C2-35A6-A19D18C93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863" y="181659"/>
            <a:ext cx="4925961" cy="29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17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189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LLIO Results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Taha Koroglu</dc:creator>
  <cp:lastModifiedBy>Taha Koroglu</cp:lastModifiedBy>
  <cp:revision>1</cp:revision>
  <dcterms:created xsi:type="dcterms:W3CDTF">2025-05-30T10:22:46Z</dcterms:created>
  <dcterms:modified xsi:type="dcterms:W3CDTF">2025-05-30T18:37:15Z</dcterms:modified>
</cp:coreProperties>
</file>